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90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39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044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37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55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654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576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59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85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74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97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1412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2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658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16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585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93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68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4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  <p:sldLayoutId id="214748391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Smart Park Monitoring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AI-powered crowd and activity analytics for urban parks</a:t>
            </a:r>
            <a:endParaRPr lang="en-US" dirty="0"/>
          </a:p>
          <a:p>
            <a:r>
              <a:rPr lang="en-IN" dirty="0"/>
              <a:t>Internship </a:t>
            </a:r>
            <a:r>
              <a:rPr dirty="0"/>
              <a:t>Project – Yuvaan Educative LLP (2026)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Why This Project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Manual monitoring is inconsistent and not scalable</a:t>
            </a:r>
            <a:endParaRPr lang="en-US" dirty="0"/>
          </a:p>
          <a:p>
            <a:r>
              <a:rPr dirty="0"/>
              <a:t>Authorities need measurable evidence of crowd load and behavior</a:t>
            </a:r>
            <a:endParaRPr lang="en-US" dirty="0"/>
          </a:p>
          <a:p>
            <a:r>
              <a:rPr dirty="0"/>
              <a:t>Goal: Convert raw surveillance videos into actionable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The System Delivers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People count trends over time</a:t>
            </a:r>
            <a:endParaRPr lang="en-US" dirty="0"/>
          </a:p>
          <a:p>
            <a:r>
              <a:rPr dirty="0"/>
              <a:t>Activity summary (walking, sitting, high activity)</a:t>
            </a:r>
            <a:endParaRPr lang="en-US" dirty="0"/>
          </a:p>
          <a:p>
            <a:r>
              <a:rPr dirty="0"/>
              <a:t>Congestion alerts when crowd stays high</a:t>
            </a:r>
            <a:endParaRPr lang="en-US" dirty="0"/>
          </a:p>
          <a:p>
            <a:r>
              <a:rPr dirty="0"/>
              <a:t>Interactive dashboard for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</a:t>
            </a:r>
            <a:r>
              <a:rPr dirty="0"/>
              <a:t>System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636964"/>
            <a:ext cx="7773339" cy="415423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IN" dirty="0"/>
              <a:t>V</a:t>
            </a:r>
            <a:r>
              <a:rPr dirty="0" err="1"/>
              <a:t>ideo</a:t>
            </a:r>
            <a:r>
              <a:rPr lang="en-US" dirty="0"/>
              <a:t> INPUT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 ↓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dirty="0"/>
              <a:t>Motion extraction (OpenCV MOG2)</a:t>
            </a:r>
            <a:endParaRPr lang="en-US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 ↓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YOLOv8n people detection (1 FPS)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 ↓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dirty="0"/>
              <a:t>Feature merge (motion + </a:t>
            </a:r>
            <a:r>
              <a:rPr dirty="0" err="1"/>
              <a:t>people_count</a:t>
            </a:r>
            <a:r>
              <a:rPr dirty="0"/>
              <a:t>)</a:t>
            </a:r>
            <a:endParaRPr lang="en-US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 ↓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dirty="0"/>
              <a:t>Random Forest activity classification</a:t>
            </a:r>
            <a:endParaRPr lang="en-US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 ↓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dirty="0"/>
              <a:t>Statistics + Congestion +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Videos analyzed: 23</a:t>
            </a:r>
            <a:endParaRPr lang="en-US" dirty="0"/>
          </a:p>
          <a:p>
            <a:r>
              <a:rPr dirty="0"/>
              <a:t>Prediction rows generated: 919</a:t>
            </a:r>
            <a:endParaRPr lang="en-US" dirty="0"/>
          </a:p>
          <a:p>
            <a:r>
              <a:rPr dirty="0"/>
              <a:t>Overall average crowd: 8.03</a:t>
            </a:r>
            <a:endParaRPr lang="en-US" dirty="0"/>
          </a:p>
          <a:p>
            <a:r>
              <a:rPr dirty="0"/>
              <a:t>Maximum observed peak: 20 people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Detection: YOLOv8n (person class)</a:t>
            </a:r>
            <a:endParaRPr lang="en-US" dirty="0"/>
          </a:p>
          <a:p>
            <a:r>
              <a:rPr dirty="0"/>
              <a:t>Motion: Background subtraction + per-second aggregation</a:t>
            </a:r>
            <a:endParaRPr lang="en-US" dirty="0"/>
          </a:p>
          <a:p>
            <a:r>
              <a:rPr dirty="0"/>
              <a:t>Features: </a:t>
            </a:r>
            <a:r>
              <a:rPr dirty="0" err="1"/>
              <a:t>avg_motion_ratio</a:t>
            </a:r>
            <a:r>
              <a:rPr dirty="0"/>
              <a:t>, </a:t>
            </a:r>
            <a:r>
              <a:rPr dirty="0" err="1"/>
              <a:t>motion_std</a:t>
            </a:r>
            <a:r>
              <a:rPr dirty="0"/>
              <a:t>, </a:t>
            </a:r>
            <a:r>
              <a:rPr dirty="0" err="1"/>
              <a:t>people_count</a:t>
            </a:r>
            <a:endParaRPr lang="en-US" dirty="0"/>
          </a:p>
          <a:p>
            <a:r>
              <a:rPr dirty="0"/>
              <a:t>Classifier: </a:t>
            </a:r>
            <a:r>
              <a:rPr dirty="0" err="1"/>
              <a:t>RandomForest</a:t>
            </a:r>
            <a:r>
              <a:rPr dirty="0"/>
              <a:t> (150 trees, balanced classes)</a:t>
            </a:r>
            <a:endParaRPr lang="en-US" dirty="0"/>
          </a:p>
          <a:p>
            <a:r>
              <a:rPr dirty="0"/>
              <a:t>Accuracy achieved: 81%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Congestion Detection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Rule: </a:t>
            </a:r>
            <a:r>
              <a:rPr dirty="0" err="1"/>
              <a:t>people_count</a:t>
            </a:r>
            <a:r>
              <a:rPr dirty="0"/>
              <a:t> ≥ 10</a:t>
            </a:r>
            <a:endParaRPr lang="en-US" dirty="0"/>
          </a:p>
          <a:p>
            <a:r>
              <a:rPr dirty="0"/>
              <a:t>Duration: ≥ 10 consecutive seconds</a:t>
            </a:r>
            <a:endParaRPr lang="en-US" dirty="0"/>
          </a:p>
          <a:p>
            <a:r>
              <a:rPr dirty="0"/>
              <a:t>Detected 5 congestion events across 5 videos</a:t>
            </a:r>
            <a:endParaRPr lang="en-US" dirty="0"/>
          </a:p>
          <a:p>
            <a:r>
              <a:rPr dirty="0"/>
              <a:t>Filters short spikes for meaningful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Most crowded videos: park2_07, park2_08, park2_14</a:t>
            </a:r>
            <a:endParaRPr lang="en-US" dirty="0"/>
          </a:p>
          <a:p>
            <a:r>
              <a:rPr dirty="0"/>
              <a:t>Dominant activity: Walking</a:t>
            </a:r>
            <a:endParaRPr lang="en-US" dirty="0"/>
          </a:p>
          <a:p>
            <a:r>
              <a:rPr dirty="0"/>
              <a:t>5 congestion windows detected</a:t>
            </a:r>
            <a:endParaRPr lang="en-US" dirty="0"/>
          </a:p>
          <a:p>
            <a:r>
              <a:rPr dirty="0"/>
              <a:t>Dashboard prioritizes high-load zones quickly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Snapshot</a:t>
            </a:r>
          </a:p>
        </p:txBody>
      </p:sp>
      <p:pic>
        <p:nvPicPr>
          <p:cNvPr id="3" name="Picture 2" descr="Screenshot 2026-02-25 1411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97" y="1097280"/>
            <a:ext cx="858760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 live stream monitoring (batch processing)</a:t>
            </a:r>
            <a:endParaRPr lang="en-US" dirty="0"/>
          </a:p>
          <a:p>
            <a:r>
              <a:rPr dirty="0"/>
              <a:t>1 FPS sampling may miss very short spikes</a:t>
            </a:r>
            <a:endParaRPr lang="en-US" dirty="0"/>
          </a:p>
          <a:p>
            <a:r>
              <a:rPr dirty="0"/>
              <a:t>No person tracking or spatial heatmaps yet</a:t>
            </a:r>
            <a:endParaRPr lang="en-US" dirty="0"/>
          </a:p>
          <a:p>
            <a:r>
              <a:rPr dirty="0"/>
              <a:t>Class imbalance affects minority activity classes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CNN-LSTM / 3D CNN with larger dataset</a:t>
            </a:r>
            <a:endParaRPr lang="en-US" dirty="0"/>
          </a:p>
          <a:p>
            <a:r>
              <a:rPr dirty="0"/>
              <a:t>Person tracking (SORT/</a:t>
            </a:r>
            <a:r>
              <a:rPr dirty="0" err="1"/>
              <a:t>DeepSORT</a:t>
            </a:r>
            <a:r>
              <a:rPr dirty="0"/>
              <a:t>)</a:t>
            </a:r>
            <a:endParaRPr lang="en-US" dirty="0"/>
          </a:p>
          <a:p>
            <a:r>
              <a:rPr dirty="0"/>
              <a:t>Zone-based spatial heatmaps</a:t>
            </a:r>
            <a:endParaRPr lang="en-US" dirty="0"/>
          </a:p>
          <a:p>
            <a:r>
              <a:rPr dirty="0"/>
              <a:t>Dynamic congestion thresholds</a:t>
            </a:r>
            <a:endParaRPr lang="en-US" dirty="0"/>
          </a:p>
          <a:p>
            <a:r>
              <a:rPr dirty="0"/>
              <a:t>Active learning for better labeling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Delivered an end-to-end AI analytics pipeline</a:t>
            </a:r>
            <a:endParaRPr lang="en-US" dirty="0"/>
          </a:p>
          <a:p>
            <a:r>
              <a:rPr dirty="0"/>
              <a:t>Modular, reproducible, and deployment-read</a:t>
            </a:r>
            <a:r>
              <a:rPr lang="en-IN" dirty="0"/>
              <a:t>y</a:t>
            </a:r>
            <a:endParaRPr lang="en-US" dirty="0"/>
          </a:p>
          <a:p>
            <a:r>
              <a:rPr lang="en-US" dirty="0"/>
              <a:t>Strong foundation for smart-city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0164" y="2639961"/>
            <a:ext cx="6343672" cy="709865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119</TotalTime>
  <Words>329</Words>
  <Application>Microsoft Office PowerPoint</Application>
  <PresentationFormat>On-screen Show (4:3)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Arial Black</vt:lpstr>
      <vt:lpstr>Droplet</vt:lpstr>
      <vt:lpstr>Smart Park Monitoring System</vt:lpstr>
      <vt:lpstr>Why This Project Matters</vt:lpstr>
      <vt:lpstr>What The System Delivers</vt:lpstr>
      <vt:lpstr>        System Pipeline</vt:lpstr>
      <vt:lpstr>Dataset &amp; Coverage</vt:lpstr>
      <vt:lpstr>Modeling Approach</vt:lpstr>
      <vt:lpstr>Congestion Detection Logic</vt:lpstr>
      <vt:lpstr>Key Findings</vt:lpstr>
      <vt:lpstr>Dashboard Snapshot</vt:lpstr>
      <vt:lpstr>Current Limitations</vt:lpstr>
      <vt:lpstr>Future Improvements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qwe 786</cp:lastModifiedBy>
  <cp:revision>6</cp:revision>
  <dcterms:created xsi:type="dcterms:W3CDTF">2013-01-27T09:14:16Z</dcterms:created>
  <dcterms:modified xsi:type="dcterms:W3CDTF">2026-02-25T17:45:37Z</dcterms:modified>
  <cp:category/>
</cp:coreProperties>
</file>